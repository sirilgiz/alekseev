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0000"/>
    <a:srgbClr val="1F4F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68" autoAdjust="0"/>
    <p:restoredTop sz="92938" autoAdjust="0"/>
  </p:normalViewPr>
  <p:slideViewPr>
    <p:cSldViewPr snapToGrid="0">
      <p:cViewPr varScale="1">
        <p:scale>
          <a:sx n="119" d="100"/>
          <a:sy n="119" d="100"/>
        </p:scale>
        <p:origin x="840" y="86"/>
      </p:cViewPr>
      <p:guideLst/>
    </p:cSldViewPr>
  </p:slideViewPr>
  <p:outlineViewPr>
    <p:cViewPr>
      <p:scale>
        <a:sx n="33" d="100"/>
        <a:sy n="33" d="100"/>
      </p:scale>
      <p:origin x="0" y="-26755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5" d="100"/>
          <a:sy n="45" d="100"/>
        </p:scale>
        <p:origin x="5805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29CDB-6610-4573-A6F5-828EFDDF2CAA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62952-5354-4D57-999A-3A5F6A4E70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15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FE7C-7E98-4D2F-AB4B-A2B8612283B4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404F5-198C-40F3-9554-7C63703F2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752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СЛАЙДА + КАРТИНКА">
    <p:bg>
      <p:bgPr>
        <a:solidFill>
          <a:srgbClr val="1F4F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628" y="597600"/>
            <a:ext cx="5040000" cy="576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5918016" y="596562"/>
            <a:ext cx="5760000" cy="5761038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6322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 УРОВНЯ + КАРТИНКА">
    <p:bg>
      <p:bgPr>
        <a:solidFill>
          <a:srgbClr val="82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75628" y="597600"/>
            <a:ext cx="5040000" cy="576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80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5946369" y="590951"/>
            <a:ext cx="5760000" cy="5761038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33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2 УРОВНЯ + КАРТИНКА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6013970" y="597600"/>
            <a:ext cx="5760000" cy="5761038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628" y="597600"/>
            <a:ext cx="5040000" cy="576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4265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3 УРОВНЯ + КАРТИНКА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6013970" y="597600"/>
            <a:ext cx="5760000" cy="5761038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628" y="597600"/>
            <a:ext cx="5040000" cy="576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6643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ТЕКСТ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424800"/>
            <a:ext cx="5197395" cy="6105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5838479" y="597081"/>
            <a:ext cx="5760000" cy="5761038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98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ТЕКСТ 3: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424800"/>
            <a:ext cx="6357093" cy="6105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7093374" y="424800"/>
            <a:ext cx="4578374" cy="61056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50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ТЕКСТ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334851"/>
            <a:ext cx="5423375" cy="619554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6079200" y="1197533"/>
            <a:ext cx="5760000" cy="43200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61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ТЕКСТ 21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424800"/>
            <a:ext cx="11499987" cy="119149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339213" y="1725769"/>
            <a:ext cx="11499987" cy="4928566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7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ТЕКСТ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424800"/>
            <a:ext cx="3111617" cy="59888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3608231" y="1110218"/>
            <a:ext cx="8244556" cy="4637563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11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ТЕКСТ 9: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424800"/>
            <a:ext cx="7580586" cy="602751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8448723" y="424800"/>
            <a:ext cx="3390477" cy="6027515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04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БОЛЬШОЙ ТЕКСТ 12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39479" y="424800"/>
            <a:ext cx="4522381" cy="24601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5277600" y="424800"/>
            <a:ext cx="6552000" cy="6105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551274" y="3276224"/>
            <a:ext cx="4320000" cy="32400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33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БОЛЬШОЙ ТЕКСТ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39479" y="424800"/>
            <a:ext cx="4522381" cy="340022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5312534" y="424800"/>
            <a:ext cx="6517065" cy="60914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439479" y="3972385"/>
            <a:ext cx="4522381" cy="254384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768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БОЛЬШОЙ ТЕКСТ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39479" y="424800"/>
            <a:ext cx="4522381" cy="141043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5312534" y="424800"/>
            <a:ext cx="6517065" cy="60914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439479" y="1994625"/>
            <a:ext cx="4522381" cy="45216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888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НЕБОЛЬШОЙ ТЕКСТ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32800" y="568800"/>
            <a:ext cx="4838400" cy="12312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475200" y="2080800"/>
            <a:ext cx="4896000" cy="417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5872426" y="564000"/>
            <a:ext cx="5692800" cy="56928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9208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НЕБОЛЬШОЙ ТЕКСТ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200" y="568800"/>
            <a:ext cx="3691115" cy="12312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475200" y="2080800"/>
            <a:ext cx="3691115" cy="429424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4343659" y="1341000"/>
            <a:ext cx="7423998" cy="4175999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7470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НЕБОЛЬШОЙ ТЕКСТ 9: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200" y="568800"/>
            <a:ext cx="7664248" cy="152401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475200" y="2331076"/>
            <a:ext cx="7664248" cy="404396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8450437" y="568800"/>
            <a:ext cx="3266363" cy="5806242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4723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+НЕБОЛЬШОЙ ТЕКСТ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32800" y="568799"/>
            <a:ext cx="4838400" cy="294096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475200" y="3728781"/>
            <a:ext cx="4896000" cy="252801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5814474" y="568800"/>
            <a:ext cx="5760000" cy="57600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652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+НЕБОЛЬШОЙ ТЕКСТ 9: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201" y="568799"/>
            <a:ext cx="7432428" cy="294096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475200" y="3728781"/>
            <a:ext cx="7432428" cy="252801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8517299" y="585000"/>
            <a:ext cx="3199500" cy="56880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993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47256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59" r:id="rId2"/>
    <p:sldLayoutId id="2147483757" r:id="rId3"/>
    <p:sldLayoutId id="2147483758" r:id="rId4"/>
    <p:sldLayoutId id="2147483762" r:id="rId5"/>
    <p:sldLayoutId id="2147483775" r:id="rId6"/>
    <p:sldLayoutId id="2147483776" r:id="rId7"/>
    <p:sldLayoutId id="2147483767" r:id="rId8"/>
    <p:sldLayoutId id="2147483768" r:id="rId9"/>
    <p:sldLayoutId id="2147483769" r:id="rId10"/>
    <p:sldLayoutId id="2147483761" r:id="rId11"/>
    <p:sldLayoutId id="2147483770" r:id="rId12"/>
    <p:sldLayoutId id="2147483771" r:id="rId13"/>
    <p:sldLayoutId id="2147483765" r:id="rId14"/>
    <p:sldLayoutId id="2147483772" r:id="rId15"/>
    <p:sldLayoutId id="2147483773" r:id="rId16"/>
    <p:sldLayoutId id="2147483766" r:id="rId17"/>
    <p:sldLayoutId id="2147483774" r:id="rId18"/>
  </p:sldLayoutIdLst>
  <p:hf sldNum="0" hdr="0" ftr="0"/>
  <p:txStyles>
    <p:titleStyle>
      <a:lvl1pPr algn="ctr" defTabSz="914400" rtl="0" eaLnBrk="1" latinLnBrk="0" hangingPunct="1">
        <a:lnSpc>
          <a:spcPct val="150000"/>
        </a:lnSpc>
        <a:spcBef>
          <a:spcPct val="0"/>
        </a:spcBef>
        <a:buNone/>
        <a:defRPr sz="36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17357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Arial</vt:lpstr>
      <vt:lpstr>Arial Black</vt:lpstr>
      <vt:lpstr>Calibri</vt:lpstr>
      <vt:lpstr>1_Тема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ITD</dc:creator>
  <cp:lastModifiedBy>Ilgiz Sirazhetdinov</cp:lastModifiedBy>
  <cp:revision>503</cp:revision>
  <dcterms:created xsi:type="dcterms:W3CDTF">2020-01-21T05:34:15Z</dcterms:created>
  <dcterms:modified xsi:type="dcterms:W3CDTF">2025-11-09T12:56:44Z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mpt">
    <vt:lpwstr>Создай текст презентации по теме «Лидерство»._x000d_
Первая строчка – название презентации._x000d_
Далее должен идти контент (содержание)._x000d_
Слайды должны быть разделены строкой «---»._x000d_
Контент должен быть разделён на разделы. Каждый раздел должен иметь заголовок._x000d_
За</vt:lpwstr>
  </property>
  <property fmtid="{D5CDD505-2E9C-101B-9397-08002B2CF9AE}" pid="3" name="txtPrompt">
    <vt:lpwstr>Создай текст презентации по теме «Лидерство»._x000d_
Первая строчка – название презентации._x000d_
Далее должен идти контент (содержание)._x000d_
Слайды должны быть разделены строкой «---»._x000d_
Контент должен быть разделён на разделы. Каждый раздел должен иметь заголовок._x000d_
За</vt:lpwstr>
  </property>
  <property fmtid="{D5CDD505-2E9C-101B-9397-08002B2CF9AE}" pid="4" name="txtText">
    <vt:lpwstr>КЛЮЧЕВЫЕ ФИНАНСОВЫЕ ТЕХНОЛОГИИ_x000d_
---_x000d_
Перечисли 10-12-15 самых важных ключевых технологий, изобретённых за всю историю человечества, которые коренным образом изменили мир денег и финансов и через него в наибольшей степени способствовали экономическому прог</vt:lpwstr>
  </property>
  <property fmtid="{D5CDD505-2E9C-101B-9397-08002B2CF9AE}" pid="5" name="txtPromptTemplate">
    <vt:lpwstr>Создай текст презентации по теме «{ТЕМА ПРЕЗЕНТАЦИИ}»_x000d_
Первая строчка – название презентации._x000d_
Далее должен идти контент (содержание)._x000d_
Слайды должны быть разделены строкой «---»._x000d_
Контент должен быть разделён на разделы._x000d_
Каждый раздел должен иметь загол</vt:lpwstr>
  </property>
</Properties>
</file>