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8" r:id="rId1"/>
  </p:sldMasterIdLst>
  <p:notesMasterIdLst>
    <p:notesMasterId r:id="rId2"/>
  </p:notesMasterIdLst>
  <p:handoutMasterIdLst>
    <p:handoutMasterId r:id="rId3"/>
  </p:handoutMaster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20000"/>
    <a:srgbClr val="1F4F7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0168" autoAdjust="0"/>
    <p:restoredTop sz="92938" autoAdjust="0"/>
  </p:normalViewPr>
  <p:slideViewPr>
    <p:cSldViewPr snapToGrid="0">
      <p:cViewPr varScale="1">
        <p:scale>
          <a:sx n="119" d="100"/>
          <a:sy n="119" d="100"/>
        </p:scale>
        <p:origin x="840" y="86"/>
      </p:cViewPr>
      <p:guideLst/>
    </p:cSldViewPr>
  </p:slideViewPr>
  <p:outlineViewPr>
    <p:cViewPr>
      <p:scale>
        <a:sx n="33" d="100"/>
        <a:sy n="33" d="100"/>
      </p:scale>
      <p:origin x="0" y="-26755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45" d="100"/>
          <a:sy n="45" d="100"/>
        </p:scale>
        <p:origin x="5805" y="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handoutMaster" Target="handoutMasters/handoutMaster1.xml"/><Relationship Id="rId7" Type="http://schemas.openxmlformats.org/officeDocument/2006/relationships/tableStyles" Target="tableStyles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E29CDB-6610-4573-A6F5-828EFDDF2CAA}" type="datetimeFigureOut">
              <a:rPr lang="ru-RU" smtClean="0"/>
              <a:t>09.11.2025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E62952-5354-4D57-999A-3A5F6A4E70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33157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18FE7C-7E98-4D2F-AB4B-A2B8612283B4}" type="datetimeFigureOut">
              <a:rPr lang="ru-RU" smtClean="0"/>
              <a:t>09.11.2025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A404F5-198C-40F3-9554-7C63703F2F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6752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СЛАЙДА + КАРТИНКА">
    <p:bg>
      <p:bgPr>
        <a:solidFill>
          <a:srgbClr val="1F4F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475628" y="597600"/>
            <a:ext cx="5040000" cy="57600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5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10"/>
          </p:nvPr>
        </p:nvSpPr>
        <p:spPr>
          <a:xfrm>
            <a:off x="5918016" y="596562"/>
            <a:ext cx="5760000" cy="5761038"/>
          </a:xfrm>
          <a:ln>
            <a:solidFill>
              <a:schemeClr val="tx1">
                <a:lumMod val="65000"/>
              </a:schemeClr>
            </a:solidFill>
          </a:ln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86322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1 УРОВНЯ + КАРТИНКА">
    <p:bg>
      <p:bgPr>
        <a:solidFill>
          <a:srgbClr val="82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475628" y="597600"/>
            <a:ext cx="5040000" cy="57600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50000"/>
              </a:lnSpc>
              <a:defRPr sz="4800">
                <a:solidFill>
                  <a:schemeClr val="tx1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10"/>
          </p:nvPr>
        </p:nvSpPr>
        <p:spPr>
          <a:xfrm>
            <a:off x="5946369" y="590951"/>
            <a:ext cx="5760000" cy="5761038"/>
          </a:xfrm>
          <a:ln>
            <a:solidFill>
              <a:schemeClr val="tx1">
                <a:lumMod val="65000"/>
              </a:schemeClr>
            </a:solidFill>
          </a:ln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4337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2 УРОВНЯ + КАРТИНКА"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Рисунок 2"/>
          <p:cNvSpPr>
            <a:spLocks noGrp="1"/>
          </p:cNvSpPr>
          <p:nvPr>
            <p:ph type="pic" sz="quarter" idx="10"/>
          </p:nvPr>
        </p:nvSpPr>
        <p:spPr>
          <a:xfrm>
            <a:off x="6013970" y="597600"/>
            <a:ext cx="5760000" cy="5761038"/>
          </a:xfrm>
          <a:ln>
            <a:solidFill>
              <a:schemeClr val="tx1">
                <a:lumMod val="65000"/>
              </a:schemeClr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4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475628" y="597600"/>
            <a:ext cx="5040000" cy="57600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5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842657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3 УРОВНЯ + КАРТИНКА">
    <p:bg>
      <p:bgPr>
        <a:solidFill>
          <a:schemeClr val="accent6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Рисунок 2"/>
          <p:cNvSpPr>
            <a:spLocks noGrp="1"/>
          </p:cNvSpPr>
          <p:nvPr>
            <p:ph type="pic" sz="quarter" idx="10"/>
          </p:nvPr>
        </p:nvSpPr>
        <p:spPr>
          <a:xfrm>
            <a:off x="6013970" y="597600"/>
            <a:ext cx="5760000" cy="5761038"/>
          </a:xfrm>
          <a:ln>
            <a:solidFill>
              <a:schemeClr val="tx1">
                <a:lumMod val="65000"/>
              </a:schemeClr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4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475628" y="597600"/>
            <a:ext cx="5040000" cy="57600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5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766434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+КАРТИНКА 1: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52800" y="424800"/>
            <a:ext cx="5197395" cy="610560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6" name="Рисунок 2"/>
          <p:cNvSpPr>
            <a:spLocks noGrp="1"/>
          </p:cNvSpPr>
          <p:nvPr>
            <p:ph type="pic" sz="quarter" idx="10"/>
          </p:nvPr>
        </p:nvSpPr>
        <p:spPr>
          <a:xfrm>
            <a:off x="5838479" y="597081"/>
            <a:ext cx="5760000" cy="5761038"/>
          </a:xfrm>
          <a:ln>
            <a:solidFill>
              <a:schemeClr val="tx1">
                <a:lumMod val="65000"/>
              </a:schemeClr>
            </a:solidFill>
          </a:ln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2986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+КАРТИНКА 3: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52800" y="424800"/>
            <a:ext cx="6357093" cy="610560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6" name="Рисунок 2"/>
          <p:cNvSpPr>
            <a:spLocks noGrp="1"/>
          </p:cNvSpPr>
          <p:nvPr>
            <p:ph type="pic" sz="quarter" idx="10"/>
          </p:nvPr>
        </p:nvSpPr>
        <p:spPr>
          <a:xfrm>
            <a:off x="7093374" y="424800"/>
            <a:ext cx="4578374" cy="6105600"/>
          </a:xfrm>
          <a:ln>
            <a:solidFill>
              <a:schemeClr val="tx1">
                <a:lumMod val="65000"/>
              </a:schemeClr>
            </a:solidFill>
          </a:ln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9506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+КАРТИНКА 4: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52800" y="334851"/>
            <a:ext cx="5423375" cy="6195549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6" name="Рисунок 2"/>
          <p:cNvSpPr>
            <a:spLocks noGrp="1"/>
          </p:cNvSpPr>
          <p:nvPr>
            <p:ph type="pic" sz="quarter" idx="10"/>
          </p:nvPr>
        </p:nvSpPr>
        <p:spPr>
          <a:xfrm>
            <a:off x="6079200" y="1197533"/>
            <a:ext cx="5760000" cy="4320000"/>
          </a:xfrm>
          <a:ln>
            <a:solidFill>
              <a:schemeClr val="tx1">
                <a:lumMod val="65000"/>
              </a:schemeClr>
            </a:solidFill>
          </a:ln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7619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+КАРТИНКА 21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52800" y="424800"/>
            <a:ext cx="11499987" cy="1191499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6" name="Рисунок 2"/>
          <p:cNvSpPr>
            <a:spLocks noGrp="1"/>
          </p:cNvSpPr>
          <p:nvPr>
            <p:ph type="pic" sz="quarter" idx="10"/>
          </p:nvPr>
        </p:nvSpPr>
        <p:spPr>
          <a:xfrm>
            <a:off x="339213" y="1725769"/>
            <a:ext cx="11499987" cy="4928566"/>
          </a:xfrm>
          <a:ln>
            <a:solidFill>
              <a:schemeClr val="tx1">
                <a:lumMod val="65000"/>
              </a:schemeClr>
            </a:solidFill>
          </a:ln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479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+КАРТИНКА 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52800" y="424800"/>
            <a:ext cx="3111617" cy="5988879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6" name="Рисунок 2"/>
          <p:cNvSpPr>
            <a:spLocks noGrp="1"/>
          </p:cNvSpPr>
          <p:nvPr>
            <p:ph type="pic" sz="quarter" idx="10"/>
          </p:nvPr>
        </p:nvSpPr>
        <p:spPr>
          <a:xfrm>
            <a:off x="3608231" y="1110218"/>
            <a:ext cx="8244556" cy="4637563"/>
          </a:xfrm>
          <a:ln>
            <a:solidFill>
              <a:schemeClr val="tx1">
                <a:lumMod val="65000"/>
              </a:schemeClr>
            </a:solidFill>
          </a:ln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0118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+КАРТИНКА 9: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52800" y="424800"/>
            <a:ext cx="7580586" cy="6027515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6" name="Рисунок 2"/>
          <p:cNvSpPr>
            <a:spLocks noGrp="1"/>
          </p:cNvSpPr>
          <p:nvPr>
            <p:ph type="pic" sz="quarter" idx="10"/>
          </p:nvPr>
        </p:nvSpPr>
        <p:spPr>
          <a:xfrm>
            <a:off x="8448723" y="424800"/>
            <a:ext cx="3390477" cy="6027515"/>
          </a:xfrm>
          <a:ln>
            <a:solidFill>
              <a:schemeClr val="tx1">
                <a:lumMod val="65000"/>
              </a:schemeClr>
            </a:solidFill>
          </a:ln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8045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БЕЗ КАРТИН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52800" y="424800"/>
            <a:ext cx="11502204" cy="6027515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5433881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+БОЛЬШОЙ ТЕКСТ 12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439479" y="424800"/>
            <a:ext cx="4522381" cy="2460167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accent4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5" name="Объект 2"/>
          <p:cNvSpPr>
            <a:spLocks noGrp="1"/>
          </p:cNvSpPr>
          <p:nvPr>
            <p:ph idx="1" hasCustomPrompt="1"/>
          </p:nvPr>
        </p:nvSpPr>
        <p:spPr>
          <a:xfrm>
            <a:off x="5277600" y="424800"/>
            <a:ext cx="6552000" cy="61056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spcAft>
                <a:spcPts val="1200"/>
              </a:spcAft>
              <a:buClr>
                <a:schemeClr val="tx1"/>
              </a:buClr>
              <a:buFontTx/>
              <a:buNone/>
              <a:defRPr sz="2800"/>
            </a:lvl1pPr>
            <a:lvl2pPr marL="457200" indent="0" algn="l">
              <a:spcAft>
                <a:spcPts val="1200"/>
              </a:spcAft>
              <a:buClr>
                <a:schemeClr val="tx1"/>
              </a:buClr>
              <a:buFontTx/>
              <a:buNone/>
              <a:defRPr sz="2800"/>
            </a:lvl2pPr>
            <a:lvl3pPr marL="914400" indent="0" algn="l">
              <a:spcAft>
                <a:spcPts val="1200"/>
              </a:spcAft>
              <a:buClr>
                <a:schemeClr val="tx1"/>
              </a:buClr>
              <a:buFontTx/>
              <a:buNone/>
              <a:defRPr sz="2800"/>
            </a:lvl3pPr>
            <a:lvl4pPr marL="1371600" indent="0" algn="ctr">
              <a:spcAft>
                <a:spcPts val="1200"/>
              </a:spcAft>
              <a:buClr>
                <a:schemeClr val="tx1"/>
              </a:buClr>
              <a:buFontTx/>
              <a:buNone/>
              <a:defRPr sz="2000"/>
            </a:lvl4pPr>
            <a:lvl5pPr marL="1828800" indent="0" algn="ctr">
              <a:spcAft>
                <a:spcPts val="1200"/>
              </a:spcAft>
              <a:buClr>
                <a:schemeClr val="tx1"/>
              </a:buClr>
              <a:buFontTx/>
              <a:buNone/>
              <a:defRPr sz="20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6" name="Рисунок 2"/>
          <p:cNvSpPr>
            <a:spLocks noGrp="1"/>
          </p:cNvSpPr>
          <p:nvPr>
            <p:ph type="pic" sz="quarter" idx="10"/>
          </p:nvPr>
        </p:nvSpPr>
        <p:spPr>
          <a:xfrm>
            <a:off x="551274" y="3276224"/>
            <a:ext cx="4320000" cy="3240000"/>
          </a:xfrm>
          <a:ln>
            <a:solidFill>
              <a:schemeClr val="tx1">
                <a:lumMod val="65000"/>
              </a:schemeClr>
            </a:solidFill>
          </a:ln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4334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+БОЛЬШОЙ ТЕКСТ 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439479" y="424800"/>
            <a:ext cx="4522381" cy="340022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accent4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5" name="Объект 2"/>
          <p:cNvSpPr>
            <a:spLocks noGrp="1"/>
          </p:cNvSpPr>
          <p:nvPr>
            <p:ph idx="1" hasCustomPrompt="1"/>
          </p:nvPr>
        </p:nvSpPr>
        <p:spPr>
          <a:xfrm>
            <a:off x="5312534" y="424800"/>
            <a:ext cx="6517065" cy="609142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spcAft>
                <a:spcPts val="1200"/>
              </a:spcAft>
              <a:buClr>
                <a:schemeClr val="tx1"/>
              </a:buClr>
              <a:buFontTx/>
              <a:buNone/>
              <a:defRPr sz="2800"/>
            </a:lvl1pPr>
            <a:lvl2pPr marL="457200" indent="0" algn="l">
              <a:spcAft>
                <a:spcPts val="1200"/>
              </a:spcAft>
              <a:buClr>
                <a:schemeClr val="tx1"/>
              </a:buClr>
              <a:buFontTx/>
              <a:buNone/>
              <a:defRPr sz="2800"/>
            </a:lvl2pPr>
            <a:lvl3pPr marL="914400" indent="0" algn="l">
              <a:spcAft>
                <a:spcPts val="1200"/>
              </a:spcAft>
              <a:buClr>
                <a:schemeClr val="tx1"/>
              </a:buClr>
              <a:buFontTx/>
              <a:buNone/>
              <a:defRPr sz="2800"/>
            </a:lvl3pPr>
            <a:lvl4pPr marL="1371600" indent="0" algn="ctr">
              <a:spcAft>
                <a:spcPts val="1200"/>
              </a:spcAft>
              <a:buClr>
                <a:schemeClr val="tx1"/>
              </a:buClr>
              <a:buFontTx/>
              <a:buNone/>
              <a:defRPr sz="2000"/>
            </a:lvl4pPr>
            <a:lvl5pPr marL="1828800" indent="0" algn="ctr">
              <a:spcAft>
                <a:spcPts val="1200"/>
              </a:spcAft>
              <a:buClr>
                <a:schemeClr val="tx1"/>
              </a:buClr>
              <a:buFontTx/>
              <a:buNone/>
              <a:defRPr sz="20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6" name="Рисунок 2"/>
          <p:cNvSpPr>
            <a:spLocks noGrp="1"/>
          </p:cNvSpPr>
          <p:nvPr>
            <p:ph type="pic" sz="quarter" idx="10"/>
          </p:nvPr>
        </p:nvSpPr>
        <p:spPr>
          <a:xfrm>
            <a:off x="439479" y="3972385"/>
            <a:ext cx="4522381" cy="2543840"/>
          </a:xfrm>
          <a:ln>
            <a:solidFill>
              <a:schemeClr val="tx1">
                <a:lumMod val="65000"/>
              </a:schemeClr>
            </a:solidFill>
          </a:ln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97680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+БОЛЬШОЙ ТЕКСТ 1: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439479" y="424800"/>
            <a:ext cx="4522381" cy="1410439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accent4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5" name="Объект 2"/>
          <p:cNvSpPr>
            <a:spLocks noGrp="1"/>
          </p:cNvSpPr>
          <p:nvPr>
            <p:ph idx="1" hasCustomPrompt="1"/>
          </p:nvPr>
        </p:nvSpPr>
        <p:spPr>
          <a:xfrm>
            <a:off x="5312534" y="424800"/>
            <a:ext cx="6517065" cy="609142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spcAft>
                <a:spcPts val="1200"/>
              </a:spcAft>
              <a:buClr>
                <a:schemeClr val="tx1"/>
              </a:buClr>
              <a:buFontTx/>
              <a:buNone/>
              <a:defRPr sz="2800"/>
            </a:lvl1pPr>
            <a:lvl2pPr marL="457200" indent="0" algn="l">
              <a:spcAft>
                <a:spcPts val="1200"/>
              </a:spcAft>
              <a:buClr>
                <a:schemeClr val="tx1"/>
              </a:buClr>
              <a:buFontTx/>
              <a:buNone/>
              <a:defRPr sz="2800"/>
            </a:lvl2pPr>
            <a:lvl3pPr marL="914400" indent="0" algn="l">
              <a:spcAft>
                <a:spcPts val="1200"/>
              </a:spcAft>
              <a:buClr>
                <a:schemeClr val="tx1"/>
              </a:buClr>
              <a:buFontTx/>
              <a:buNone/>
              <a:defRPr sz="2800"/>
            </a:lvl3pPr>
            <a:lvl4pPr marL="1371600" indent="0" algn="ctr">
              <a:spcAft>
                <a:spcPts val="1200"/>
              </a:spcAft>
              <a:buClr>
                <a:schemeClr val="tx1"/>
              </a:buClr>
              <a:buFontTx/>
              <a:buNone/>
              <a:defRPr sz="2000"/>
            </a:lvl4pPr>
            <a:lvl5pPr marL="1828800" indent="0" algn="ctr">
              <a:spcAft>
                <a:spcPts val="1200"/>
              </a:spcAft>
              <a:buClr>
                <a:schemeClr val="tx1"/>
              </a:buClr>
              <a:buFontTx/>
              <a:buNone/>
              <a:defRPr sz="20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6" name="Рисунок 2"/>
          <p:cNvSpPr>
            <a:spLocks noGrp="1"/>
          </p:cNvSpPr>
          <p:nvPr>
            <p:ph type="pic" sz="quarter" idx="10"/>
          </p:nvPr>
        </p:nvSpPr>
        <p:spPr>
          <a:xfrm>
            <a:off x="439479" y="1994625"/>
            <a:ext cx="4522381" cy="4521600"/>
          </a:xfrm>
          <a:ln>
            <a:solidFill>
              <a:schemeClr val="tx1">
                <a:lumMod val="65000"/>
              </a:schemeClr>
            </a:solidFill>
          </a:ln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18881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+НЕБОЛЬШОЙ ТЕКСТ 1: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532800" y="568800"/>
            <a:ext cx="4838400" cy="12312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accent4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5" name="Объект 2"/>
          <p:cNvSpPr>
            <a:spLocks noGrp="1"/>
          </p:cNvSpPr>
          <p:nvPr>
            <p:ph idx="1" hasCustomPrompt="1"/>
          </p:nvPr>
        </p:nvSpPr>
        <p:spPr>
          <a:xfrm>
            <a:off x="475200" y="2080800"/>
            <a:ext cx="4896000" cy="4176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spcAft>
                <a:spcPts val="1200"/>
              </a:spcAft>
              <a:buClr>
                <a:schemeClr val="tx1"/>
              </a:buClr>
              <a:buFontTx/>
              <a:buNone/>
              <a:defRPr sz="2800"/>
            </a:lvl1pPr>
            <a:lvl2pPr marL="457200" indent="0" algn="ctr">
              <a:spcAft>
                <a:spcPts val="1200"/>
              </a:spcAft>
              <a:buClr>
                <a:schemeClr val="tx1"/>
              </a:buClr>
              <a:buFontTx/>
              <a:buNone/>
              <a:defRPr sz="2800"/>
            </a:lvl2pPr>
            <a:lvl3pPr marL="914400" indent="0" algn="ctr">
              <a:spcAft>
                <a:spcPts val="1200"/>
              </a:spcAft>
              <a:buClr>
                <a:schemeClr val="tx1"/>
              </a:buClr>
              <a:buFontTx/>
              <a:buNone/>
              <a:defRPr sz="2800"/>
            </a:lvl3pPr>
            <a:lvl4pPr marL="1371600" indent="0" algn="ctr">
              <a:spcAft>
                <a:spcPts val="1200"/>
              </a:spcAft>
              <a:buClr>
                <a:schemeClr val="tx1"/>
              </a:buClr>
              <a:buFontTx/>
              <a:buNone/>
              <a:defRPr sz="2000"/>
            </a:lvl4pPr>
            <a:lvl5pPr marL="1828800" indent="0" algn="ctr">
              <a:spcAft>
                <a:spcPts val="1200"/>
              </a:spcAft>
              <a:buClr>
                <a:schemeClr val="tx1"/>
              </a:buClr>
              <a:buFontTx/>
              <a:buNone/>
              <a:defRPr sz="20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6" name="Рисунок 2"/>
          <p:cNvSpPr>
            <a:spLocks noGrp="1"/>
          </p:cNvSpPr>
          <p:nvPr>
            <p:ph type="pic" sz="quarter" idx="10"/>
          </p:nvPr>
        </p:nvSpPr>
        <p:spPr>
          <a:xfrm>
            <a:off x="5872426" y="564000"/>
            <a:ext cx="5692800" cy="5692800"/>
          </a:xfrm>
          <a:ln>
            <a:solidFill>
              <a:schemeClr val="tx1">
                <a:lumMod val="65000"/>
              </a:schemeClr>
            </a:solidFill>
          </a:ln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492081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+НЕБОЛЬШОЙ ТЕКСТ 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475200" y="568800"/>
            <a:ext cx="3691115" cy="12312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accent4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5" name="Объект 2"/>
          <p:cNvSpPr>
            <a:spLocks noGrp="1"/>
          </p:cNvSpPr>
          <p:nvPr>
            <p:ph idx="1" hasCustomPrompt="1"/>
          </p:nvPr>
        </p:nvSpPr>
        <p:spPr>
          <a:xfrm>
            <a:off x="475200" y="2080800"/>
            <a:ext cx="3691115" cy="429424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spcAft>
                <a:spcPts val="1200"/>
              </a:spcAft>
              <a:buClr>
                <a:schemeClr val="tx1"/>
              </a:buClr>
              <a:buFontTx/>
              <a:buNone/>
              <a:defRPr sz="2800"/>
            </a:lvl1pPr>
            <a:lvl2pPr marL="457200" indent="0" algn="ctr">
              <a:spcAft>
                <a:spcPts val="1200"/>
              </a:spcAft>
              <a:buClr>
                <a:schemeClr val="tx1"/>
              </a:buClr>
              <a:buFontTx/>
              <a:buNone/>
              <a:defRPr sz="2800"/>
            </a:lvl2pPr>
            <a:lvl3pPr marL="914400" indent="0" algn="ctr">
              <a:spcAft>
                <a:spcPts val="1200"/>
              </a:spcAft>
              <a:buClr>
                <a:schemeClr val="tx1"/>
              </a:buClr>
              <a:buFontTx/>
              <a:buNone/>
              <a:defRPr sz="2800"/>
            </a:lvl3pPr>
            <a:lvl4pPr marL="1371600" indent="0" algn="ctr">
              <a:spcAft>
                <a:spcPts val="1200"/>
              </a:spcAft>
              <a:buClr>
                <a:schemeClr val="tx1"/>
              </a:buClr>
              <a:buFontTx/>
              <a:buNone/>
              <a:defRPr sz="2000"/>
            </a:lvl4pPr>
            <a:lvl5pPr marL="1828800" indent="0" algn="ctr">
              <a:spcAft>
                <a:spcPts val="1200"/>
              </a:spcAft>
              <a:buClr>
                <a:schemeClr val="tx1"/>
              </a:buClr>
              <a:buFontTx/>
              <a:buNone/>
              <a:defRPr sz="20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6" name="Рисунок 2"/>
          <p:cNvSpPr>
            <a:spLocks noGrp="1"/>
          </p:cNvSpPr>
          <p:nvPr>
            <p:ph type="pic" sz="quarter" idx="10"/>
          </p:nvPr>
        </p:nvSpPr>
        <p:spPr>
          <a:xfrm>
            <a:off x="4343659" y="1341000"/>
            <a:ext cx="7423998" cy="4175999"/>
          </a:xfrm>
          <a:ln>
            <a:solidFill>
              <a:schemeClr val="tx1">
                <a:lumMod val="65000"/>
              </a:schemeClr>
            </a:solidFill>
          </a:ln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774703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+НЕБОЛЬШОЙ ТЕКСТ 9: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475200" y="568800"/>
            <a:ext cx="7664248" cy="1524017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accent4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5" name="Объект 2"/>
          <p:cNvSpPr>
            <a:spLocks noGrp="1"/>
          </p:cNvSpPr>
          <p:nvPr>
            <p:ph idx="1" hasCustomPrompt="1"/>
          </p:nvPr>
        </p:nvSpPr>
        <p:spPr>
          <a:xfrm>
            <a:off x="475200" y="2331076"/>
            <a:ext cx="7664248" cy="404396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spcAft>
                <a:spcPts val="1200"/>
              </a:spcAft>
              <a:buClr>
                <a:schemeClr val="tx1"/>
              </a:buClr>
              <a:buFontTx/>
              <a:buNone/>
              <a:defRPr sz="2800"/>
            </a:lvl1pPr>
            <a:lvl2pPr marL="457200" indent="0" algn="ctr">
              <a:spcAft>
                <a:spcPts val="1200"/>
              </a:spcAft>
              <a:buClr>
                <a:schemeClr val="tx1"/>
              </a:buClr>
              <a:buFontTx/>
              <a:buNone/>
              <a:defRPr sz="2800"/>
            </a:lvl2pPr>
            <a:lvl3pPr marL="914400" indent="0" algn="ctr">
              <a:spcAft>
                <a:spcPts val="1200"/>
              </a:spcAft>
              <a:buClr>
                <a:schemeClr val="tx1"/>
              </a:buClr>
              <a:buFontTx/>
              <a:buNone/>
              <a:defRPr sz="2800"/>
            </a:lvl3pPr>
            <a:lvl4pPr marL="1371600" indent="0" algn="ctr">
              <a:spcAft>
                <a:spcPts val="1200"/>
              </a:spcAft>
              <a:buClr>
                <a:schemeClr val="tx1"/>
              </a:buClr>
              <a:buFontTx/>
              <a:buNone/>
              <a:defRPr sz="2000"/>
            </a:lvl4pPr>
            <a:lvl5pPr marL="1828800" indent="0" algn="ctr">
              <a:spcAft>
                <a:spcPts val="1200"/>
              </a:spcAft>
              <a:buClr>
                <a:schemeClr val="tx1"/>
              </a:buClr>
              <a:buFontTx/>
              <a:buNone/>
              <a:defRPr sz="20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6" name="Рисунок 2"/>
          <p:cNvSpPr>
            <a:spLocks noGrp="1"/>
          </p:cNvSpPr>
          <p:nvPr>
            <p:ph type="pic" sz="quarter" idx="10"/>
          </p:nvPr>
        </p:nvSpPr>
        <p:spPr>
          <a:xfrm>
            <a:off x="8450437" y="568800"/>
            <a:ext cx="3266363" cy="5806242"/>
          </a:xfrm>
          <a:ln>
            <a:solidFill>
              <a:schemeClr val="tx1">
                <a:lumMod val="65000"/>
              </a:schemeClr>
            </a:solidFill>
          </a:ln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647238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ИННЫЙ ЗАГОЛОВОК+НЕБОЛЬШОЙ ТЕКСТ 1: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532800" y="568799"/>
            <a:ext cx="4838400" cy="2940964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accent4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5" name="Объект 2"/>
          <p:cNvSpPr>
            <a:spLocks noGrp="1"/>
          </p:cNvSpPr>
          <p:nvPr>
            <p:ph idx="1" hasCustomPrompt="1"/>
          </p:nvPr>
        </p:nvSpPr>
        <p:spPr>
          <a:xfrm>
            <a:off x="475200" y="3728781"/>
            <a:ext cx="4896000" cy="252801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spcAft>
                <a:spcPts val="1200"/>
              </a:spcAft>
              <a:buClr>
                <a:schemeClr val="tx1"/>
              </a:buClr>
              <a:buFontTx/>
              <a:buNone/>
              <a:defRPr sz="2800"/>
            </a:lvl1pPr>
            <a:lvl2pPr marL="457200" indent="0" algn="l">
              <a:spcAft>
                <a:spcPts val="1200"/>
              </a:spcAft>
              <a:buClr>
                <a:schemeClr val="tx1"/>
              </a:buClr>
              <a:buFontTx/>
              <a:buNone/>
              <a:defRPr sz="2800"/>
            </a:lvl2pPr>
            <a:lvl3pPr marL="914400" indent="0" algn="l">
              <a:spcAft>
                <a:spcPts val="1200"/>
              </a:spcAft>
              <a:buClr>
                <a:schemeClr val="tx1"/>
              </a:buClr>
              <a:buFontTx/>
              <a:buNone/>
              <a:defRPr sz="2800"/>
            </a:lvl3pPr>
            <a:lvl4pPr marL="1371600" indent="0" algn="ctr">
              <a:spcAft>
                <a:spcPts val="1200"/>
              </a:spcAft>
              <a:buClr>
                <a:schemeClr val="tx1"/>
              </a:buClr>
              <a:buFontTx/>
              <a:buNone/>
              <a:defRPr sz="2000"/>
            </a:lvl4pPr>
            <a:lvl5pPr marL="1828800" indent="0" algn="ctr">
              <a:spcAft>
                <a:spcPts val="1200"/>
              </a:spcAft>
              <a:buClr>
                <a:schemeClr val="tx1"/>
              </a:buClr>
              <a:buFontTx/>
              <a:buNone/>
              <a:defRPr sz="20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6" name="Рисунок 2"/>
          <p:cNvSpPr>
            <a:spLocks noGrp="1"/>
          </p:cNvSpPr>
          <p:nvPr>
            <p:ph type="pic" sz="quarter" idx="10"/>
          </p:nvPr>
        </p:nvSpPr>
        <p:spPr>
          <a:xfrm>
            <a:off x="5814474" y="568800"/>
            <a:ext cx="5760000" cy="5760000"/>
          </a:xfrm>
          <a:ln>
            <a:solidFill>
              <a:schemeClr val="tx1">
                <a:lumMod val="65000"/>
              </a:schemeClr>
            </a:solidFill>
          </a:ln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16520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ИННЫЙ ЗАГОЛОВОК+НЕБОЛЬШОЙ ТЕКСТ 9: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475201" y="568799"/>
            <a:ext cx="7432428" cy="2940964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accent4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5" name="Объект 2"/>
          <p:cNvSpPr>
            <a:spLocks noGrp="1"/>
          </p:cNvSpPr>
          <p:nvPr>
            <p:ph idx="1" hasCustomPrompt="1"/>
          </p:nvPr>
        </p:nvSpPr>
        <p:spPr>
          <a:xfrm>
            <a:off x="475200" y="3728781"/>
            <a:ext cx="7432428" cy="252801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spcAft>
                <a:spcPts val="1200"/>
              </a:spcAft>
              <a:buClr>
                <a:schemeClr val="tx1"/>
              </a:buClr>
              <a:buFontTx/>
              <a:buNone/>
              <a:defRPr sz="2800"/>
            </a:lvl1pPr>
            <a:lvl2pPr marL="457200" indent="0" algn="l">
              <a:spcAft>
                <a:spcPts val="1200"/>
              </a:spcAft>
              <a:buClr>
                <a:schemeClr val="tx1"/>
              </a:buClr>
              <a:buFontTx/>
              <a:buNone/>
              <a:defRPr sz="2800"/>
            </a:lvl2pPr>
            <a:lvl3pPr marL="914400" indent="0" algn="l">
              <a:spcAft>
                <a:spcPts val="1200"/>
              </a:spcAft>
              <a:buClr>
                <a:schemeClr val="tx1"/>
              </a:buClr>
              <a:buFontTx/>
              <a:buNone/>
              <a:defRPr sz="2800"/>
            </a:lvl3pPr>
            <a:lvl4pPr marL="1371600" indent="0" algn="ctr">
              <a:spcAft>
                <a:spcPts val="1200"/>
              </a:spcAft>
              <a:buClr>
                <a:schemeClr val="tx1"/>
              </a:buClr>
              <a:buFontTx/>
              <a:buNone/>
              <a:defRPr sz="2000"/>
            </a:lvl4pPr>
            <a:lvl5pPr marL="1828800" indent="0" algn="ctr">
              <a:spcAft>
                <a:spcPts val="1200"/>
              </a:spcAft>
              <a:buClr>
                <a:schemeClr val="tx1"/>
              </a:buClr>
              <a:buFontTx/>
              <a:buNone/>
              <a:defRPr sz="20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6" name="Рисунок 2"/>
          <p:cNvSpPr>
            <a:spLocks noGrp="1"/>
          </p:cNvSpPr>
          <p:nvPr>
            <p:ph type="pic" sz="quarter" idx="10"/>
          </p:nvPr>
        </p:nvSpPr>
        <p:spPr>
          <a:xfrm>
            <a:off x="8517299" y="585000"/>
            <a:ext cx="3199500" cy="5688000"/>
          </a:xfrm>
          <a:ln>
            <a:solidFill>
              <a:schemeClr val="tx1">
                <a:lumMod val="65000"/>
              </a:schemeClr>
            </a:solidFill>
          </a:ln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5993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94725658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0" r:id="rId1"/>
    <p:sldLayoutId id="2147483759" r:id="rId2"/>
    <p:sldLayoutId id="2147483757" r:id="rId3"/>
    <p:sldLayoutId id="2147483758" r:id="rId4"/>
    <p:sldLayoutId id="2147483762" r:id="rId5"/>
    <p:sldLayoutId id="2147483775" r:id="rId6"/>
    <p:sldLayoutId id="2147483776" r:id="rId7"/>
    <p:sldLayoutId id="2147483767" r:id="rId8"/>
    <p:sldLayoutId id="2147483768" r:id="rId9"/>
    <p:sldLayoutId id="2147483769" r:id="rId10"/>
    <p:sldLayoutId id="2147483777" r:id="rId11"/>
    <p:sldLayoutId id="2147483761" r:id="rId12"/>
    <p:sldLayoutId id="2147483770" r:id="rId13"/>
    <p:sldLayoutId id="2147483771" r:id="rId14"/>
    <p:sldLayoutId id="2147483765" r:id="rId15"/>
    <p:sldLayoutId id="2147483772" r:id="rId16"/>
    <p:sldLayoutId id="2147483773" r:id="rId17"/>
    <p:sldLayoutId id="2147483766" r:id="rId18"/>
    <p:sldLayoutId id="2147483774" r:id="rId19"/>
  </p:sldLayoutIdLst>
  <p:hf sldNum="0" hdr="0" ftr="0"/>
  <p:txStyles>
    <p:titleStyle>
      <a:lvl1pPr algn="ctr" defTabSz="914400" rtl="0" eaLnBrk="1" latinLnBrk="0" hangingPunct="1">
        <a:lnSpc>
          <a:spcPct val="150000"/>
        </a:lnSpc>
        <a:spcBef>
          <a:spcPct val="0"/>
        </a:spcBef>
        <a:buNone/>
        <a:defRPr sz="3600" kern="1200">
          <a:solidFill>
            <a:schemeClr val="tx1"/>
          </a:solidFill>
          <a:latin typeface="Arial Black" panose="020B0A04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 Black" panose="020B0A040201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 Black" panose="020B0A040201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 Black" panose="020B0A040201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 Black" panose="020B0A040201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 Black" panose="020B0A040201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theme/theme1.xml><?xml version="1.0" encoding="utf-8"?>
<a:theme xmlns:a="http://schemas.openxmlformats.org/drawingml/2006/main" name="1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Другая 1">
      <a:majorFont>
        <a:latin typeface="Arial Black"/>
        <a:ea typeface=""/>
        <a:cs typeface=""/>
      </a:majorFont>
      <a:minorFont>
        <a:latin typeface="Arial Black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30068</TotalTime>
  <Words>0</Words>
  <Application>Microsoft Office PowerPoint</Application>
  <PresentationFormat>Широкоэкранный</PresentationFormat>
  <Paragraphs>0</Paragraphs>
  <Slides>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0</vt:i4>
      </vt:variant>
    </vt:vector>
  </HeadingPairs>
  <TitlesOfParts>
    <vt:vector size="4" baseType="lpstr">
      <vt:lpstr>Arial</vt:lpstr>
      <vt:lpstr>Arial Black</vt:lpstr>
      <vt:lpstr>Calibri</vt:lpstr>
      <vt:lpstr>1_Тема Office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ITD</dc:creator>
  <cp:lastModifiedBy>Ilgiz Sirazhetdinov</cp:lastModifiedBy>
  <cp:revision>504</cp:revision>
  <dcterms:created xsi:type="dcterms:W3CDTF">2020-01-21T05:34:15Z</dcterms:created>
  <dcterms:modified xsi:type="dcterms:W3CDTF">2025-11-18T09:50:44Z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ompt">
    <vt:lpwstr>Создай текст презентации по теме «Лидерство»._x000d_
Первая строчка – название презентации._x000d_
Далее должен идти контент (содержание)._x000d_
Слайды должны быть разделены строкой «---»._x000d_
Контент должен быть разделён на разделы. Каждый раздел должен иметь заголовок._x000d_
За</vt:lpwstr>
  </property>
  <property fmtid="{D5CDD505-2E9C-101B-9397-08002B2CF9AE}" pid="3" name="txtPrompt">
    <vt:lpwstr>Создай текст презентации по теме «Лидерство»._x000d_
Первая строчка – название презентации._x000d_
Далее должен идти контент (содержание)._x000d_
Слайды должны быть разделены строкой «---»._x000d_
Контент должен быть разделён на разделы. Каждый раздел должен иметь заголовок._x000d_
За</vt:lpwstr>
  </property>
  <property fmtid="{D5CDD505-2E9C-101B-9397-08002B2CF9AE}" pid="4" name="txtText">
    <vt:lpwstr>КЛЮЧЕВЫЕ ФИНАНСОВЫЕ ТЕХНОЛОГИИ_x000d_
---_x000d_
Перечисли 10-12-15 самых важных ключевых технологий, изобретённых за всю историю человечества, которые коренным образом изменили мир денег и финансов и через него в наибольшей степени способствовали экономическому прог</vt:lpwstr>
  </property>
  <property fmtid="{D5CDD505-2E9C-101B-9397-08002B2CF9AE}" pid="5" name="txtPromptTemplate">
    <vt:lpwstr>Создай текст презентации по теме «{ТЕМА ПРЕЗЕНТАЦИИ}»_x000d_
Первая строчка – название презентации._x000d_
Далее должен идти контент (содержание)._x000d_
Слайды должны быть разделены строкой «---»._x000d_
Контент должен быть разделён на разделы._x000d_
Каждый раздел должен иметь загол</vt:lpwstr>
  </property>
</Properties>
</file>